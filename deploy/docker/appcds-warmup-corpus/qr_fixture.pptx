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 QR to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latin typeface="Courier New"/>
              </a:rPr>
              <a:t>                                 
  █▀▀▀▀▀█  ▀▀█▀█▄▄▀  ▀▄ █▀▀▀▀▀█  
  █ ███ █  ▀▄ ▀█▄▄▀▀▀▄▄ █ ███ █  
  █ ▀▀▀ █ ▄▀█▀███ ▀▀█▄  █ ▀▀▀ █  
  ▀▀▀▀▀▀▀ ▀▄▀ ▀ █ ▀▄█▄█ ▀▀▀▀▀▀▀  
  █ ▄█▄▀▀▄█▄ █▄ ▄█ ▄▄▀ █▄█ ▄  ▄  
  █▀▄█▀ ▀▄▄ ▀▄▀ ▄▄▀ ▀█ ██▄▀▀██   
  ▀▄██▀▄▀▀█ ▄▄█  ▄▀█▄▄██▀▀ ▀ ▀▀  
   ▀▄▀ ▄▀ █  ▄▄▄▄▀██▀▄▄▀▀▄ █▀█▀  
   █████▀ ▀▄▄█▄▀▀█▀▀▄ ▀▀▄█ ▄ ▀▄  
  ▀ ▄█  ▀▄ █ ▄██ ▄▄▄  ▀▄▄▀▀  ██  
  ▀  ▀▀ ▀ ▄█▀ █▄▀▄█ ▄ █▀▀▀█ █▄▄  
  █▀▀▀▀▀█ ▄ ▄▀ █▀▀▄ ▀ █ ▀ █▄▄█   
  █ ███ █ ▄▄██  ██▄ ▀▄▀▀███▄▄▀▄  
  █ ▀▀▀ █   ▄█ ▀▄▄   ██▄ ▄▀▀▀▄▀  
  ▀▀▀▀▀▀▀ ▀▀  ▀▀      ▀▀ ▀▀  ▀   
                 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